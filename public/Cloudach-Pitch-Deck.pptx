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F6EF7"/>
                </a:solidFill>
              </a:rPr>
              <a:t>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cloudach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LLM Cloud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7B96FF"/>
                </a:solidFill>
              </a:rPr>
              <a:t>for Developers &amp; Enterprises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8897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</a:rPr>
              <a:t>Deploy open-source LLMs with OpenAI-compatible APIs in minutes — not weeks.
Enterprise-grade infrastructure, pay-as-you-go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389120"/>
            <a:ext cx="210312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44622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6EF7"/>
                </a:solidFill>
              </a:rPr>
              <a:t>&lt; 10ms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919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4389120"/>
            <a:ext cx="210312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4622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6EF7"/>
                </a:solidFill>
              </a:rPr>
              <a:t>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919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Uptime SLA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4389120"/>
            <a:ext cx="210312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4622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6EF7"/>
                </a:solidFill>
              </a:rP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19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59" y="4389120"/>
            <a:ext cx="210312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19" y="44622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6EF7"/>
                </a:solidFill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4919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Compatible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6035040"/>
            <a:ext cx="2313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cloudach.com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0F1A"/>
                </a:solidFill>
              </a:rPr>
              <a:t>Companies can't deploy LLMs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07259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D0F1A"/>
                </a:solidFill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19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F1A"/>
                </a:solidFill>
              </a:rPr>
              <a:t>Data Privacy at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6771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Sending proprietary data to OpenAI or Anthropic exposes sensitive IP. Regulated industries (healthcare, finance, legal) simply cannot comply.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107259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D0F1A"/>
                </a:solidFill>
              </a:rPr>
              <a:t>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91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F1A"/>
                </a:solidFill>
              </a:rPr>
              <a:t>Unpredictable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8503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Shared cloud LLM APIs charge per token with no cost ceiling. High-volume workloads hit $50K–$500K/month with zero budget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07259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D0F1A"/>
                </a:solidFill>
              </a:rPr>
              <a:t>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09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F1A"/>
                </a:solidFill>
              </a:rPr>
              <a:t>Infra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0235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Running vLLM, GPU drivers, autoscaling, and model serving in-house requires a specialist ML platform team most companies don't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Managed LLM APIs — your models, our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</a:rPr>
              <a:t>Cloudach gives you a private, OpenAI-compatible endpoint for any open-source model.
You call the API. We handle the GPUs, scaling, uptime, and compliance.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Private VPC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60604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70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OpenAI-compatible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60604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670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Llama 3 · Mistral · Mixtral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LoRA fine-tuning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20040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Autoscaling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00400"/>
            <a:ext cx="356616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2644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 SOC 2 · HIPAA · GDPR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160520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F6EF7"/>
                </a:solidFill>
              </a:rPr>
              <a:t>One API call. Any model. Infinite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F1A"/>
                </a:solidFill>
              </a:rPr>
              <a:t>From signup to production in under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66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10512"/>
            <a:ext cx="457200" cy="45720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470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Choose Your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Browse 50+ open-source models or bring your own weights from HuggingFace.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3246120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F6EF7"/>
                </a:solidFill>
              </a:rPr>
              <a:t>llama3-70b-instruct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1" y="1691640"/>
            <a:ext cx="3566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810512"/>
            <a:ext cx="457200" cy="45720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1" y="18470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Get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2316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One-click deploy spins up a dedicated endpoint. Copy your API key from the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3429000"/>
            <a:ext cx="3246120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1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F6EF7"/>
                </a:solidFill>
              </a:rPr>
              <a:t>sk-cach-xxxxxxxxxxxx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3" y="1691640"/>
            <a:ext cx="3566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75903" y="1810512"/>
            <a:ext cx="457200" cy="45720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3" y="1810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3" y="18470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Call the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3" y="242316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Drop-in replacement for OpenAI SDK. Same interface, your private infrastructure.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75903" y="3429000"/>
            <a:ext cx="3246120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3" y="34747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F6EF7"/>
                </a:solidFill>
              </a:rPr>
              <a:t>model: llama3-70b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</a:rPr>
              <a:t>Or migrate from OpenAI in 2 lines of code — just change the base URL.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Enterprise-grade LLM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Instant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Spin up any model in seconds. No GPU provisioning, no driver config.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Autoscaling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Scale to zero when idle. Burst to 100+ replicas on demand. Pay only for what you use.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LoRA/QLoRA fine-tuning on your data. Upload a dataset, get a custom model endpoint.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Private VPC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Your models run in an isolated VPC. Zero cross-tenant traffic. SOC 2 &amp; HIPAA ready.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Real-time logs, latency histograms, token usage, and cost dashboards built 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566160" cy="17830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OpenAI 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100% drop-in compatible. Migrate existing apps without changing a line of business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Model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F1A"/>
                </a:solidFill>
              </a:rPr>
              <a:t>50+ models ready to deploy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Llama 3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219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328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Best speed/cost ratio. Ideal for chatbots and classification.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8B params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69164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8562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Llama 3 70B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2219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5328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State-of-the-art open model. Matches GPT-4 on many benchmarks.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200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70B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8562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Mistral 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2219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Mistral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25328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Fast, efficient, strong at instruction following.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200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7B params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169164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185623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Mixtral 8×7B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22219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Mistral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53288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MoE architecture. 8× speed at 70B quality.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2004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46B active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048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0507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Gemma 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708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Google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817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Google's open model. Strong at coding and math.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7B params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384048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400507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CodeLlama 34B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43708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46817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Specialized for code completion and generation.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34B params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1344" y="384048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400507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Phi-3 Mini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3708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Microsoft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46817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3.8B model with 128K context. Remarkably capable.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3.8B params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89136" y="3840480"/>
            <a:ext cx="2697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72016" y="400507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F1A"/>
                </a:solidFill>
              </a:rPr>
              <a:t>Custom Weights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2016" y="43708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6EF7"/>
                </a:solidFill>
              </a:rPr>
              <a:t>You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4681728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Bring your own HuggingFace model or fine-tuned weights.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534924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74151"/>
                </a:solidFill>
              </a:rPr>
              <a:t>Any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Simple, usage-based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383280" cy="46634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Shared GPU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98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50M tokens/month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42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3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44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Community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46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99.5% uptime SLA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3383280" cy="466344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91640"/>
            <a:ext cx="3383280" cy="329184"/>
          </a:xfrm>
          <a:prstGeom prst="rect">
            <a:avLst/>
          </a:prstGeom>
          <a:solidFill>
            <a:srgbClr val="2E4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737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MOST POPULAR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420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$499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</a:rP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Dedicated GPU instances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7398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500M tokens/month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142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All 50+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44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Priority email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946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✓  99.9% uptime SLA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1691640"/>
            <a:ext cx="3383280" cy="46634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5420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337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Private VPC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7398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Unlimited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1422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Custom models + fine-tuning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544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Dedicated solutions engineer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9469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</a:rPr>
              <a:t>✓  SOC 2 · HIPAA · GDPR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D0F1A"/>
                </a:solidFill>
              </a:rPr>
              <a:t>Built for regulated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Private VPC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Fully isolated infrastructure in your AWS region. No shared tenancy, ever.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9164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SOC 2 Type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Annual third-party audit. Controls documentation available under NDA.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HIPAA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4144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BAA available. PHI can stay within your network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🇪🇺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GDPR Compliant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EU data residency options. Data processing agreements included.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SSO / SAML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Okta, Azure AD, and any SAML 2.0 provider. Role-based access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5661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4048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D0F1A"/>
                </a:solidFill>
              </a:rPr>
              <a:t>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858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F1A"/>
                </a:solidFill>
              </a:rPr>
              <a:t>24/7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074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Dedicated solutions engineer. 1-hour response SLA. Quarterly reviews.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6EF7"/>
                </a:solidFill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Cloudach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691640"/>
            <a:ext cx="2468879" cy="41148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1907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Cloudach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91640"/>
            <a:ext cx="2468879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71907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OpenAI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691640"/>
            <a:ext cx="2468879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1719072"/>
            <a:ext cx="2468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Self-hosted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76272"/>
            <a:ext cx="2834640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Data privacy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1762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402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Private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1762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2402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Shared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1762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19" y="22402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Private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33472"/>
            <a:ext cx="2834640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974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Cost predictability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6334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6974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Fixed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334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6974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Per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6334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26974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Fixed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90672"/>
            <a:ext cx="2834640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546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Setup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0906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31546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5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0906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1546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30906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19" y="31546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Weeks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47872"/>
            <a:ext cx="2834640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1187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GPU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5478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36118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Managed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5478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36118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Managed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35478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19" y="3611879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DIY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05072"/>
            <a:ext cx="2834640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0690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Model flexibility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66160" y="40050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0690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50+ OSS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050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40690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OpenAI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9680" y="40050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19" y="40690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Any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462272"/>
            <a:ext cx="2834640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5262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Fine-tuning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44622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45262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Built-in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44622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59" y="45262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Limited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44622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19" y="45262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DIY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19472"/>
            <a:ext cx="2834640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9834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66160" y="49194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49834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SOC2/HIPAA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9194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59" y="49834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Shared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9680" y="4919472"/>
            <a:ext cx="2468879" cy="420624"/>
          </a:xfrm>
          <a:prstGeom prst="rect">
            <a:avLst/>
          </a:prstGeom>
          <a:solidFill>
            <a:srgbClr val="16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19" y="49834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✓ DIY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376672"/>
            <a:ext cx="2834640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4406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24/7 Support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66160" y="5376672"/>
            <a:ext cx="2468879" cy="420624"/>
          </a:xfrm>
          <a:prstGeom prst="rect">
            <a:avLst/>
          </a:prstGeom>
          <a:solidFill>
            <a:srgbClr val="1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54406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F6EF7"/>
                </a:solidFill>
              </a:rPr>
              <a:t>✓ Dedicated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53766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09359" y="54406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Forum only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69680" y="5376672"/>
            <a:ext cx="2468879" cy="420624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61119" y="5440680"/>
            <a:ext cx="2377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✗ DIY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0" y="502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F6EF7"/>
                </a:solidFill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548640"/>
            <a:ext cx="2313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cloudach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Let's build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</a:rPr>
              <a:t>Deploy your first LLM endpoint today — free, no credit card required.
Or talk to us about a private VPC deployment for your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657600"/>
            <a:ext cx="2377440" cy="59436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7216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Get started free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57600"/>
            <a:ext cx="2377440" cy="594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72160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Talk to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🌐  cloudach.com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✉  hello@cloudach.com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754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</a:rPr>
              <a:t>📞  Book a demo: cloudach.com/demo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21792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© 2026 Cloudach, Inc. · San Francisco, 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